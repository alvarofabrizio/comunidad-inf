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(0:00–0:10). Sin voz o con música suave.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(0:10–1:55). Usar cuando habla de las tres barreras.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(1:55–3:40). Mostrar unos segundos antes de pasar a la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5 (7:10–8:50). Usar al empezar el bloque de 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Integrante 5 y tarjeta final (8:50–9:00).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-2011680"/>
            <a:ext cx="4023360" cy="4023360"/>
          </a:xfrm>
          <a:prstGeom prst="ellipse">
            <a:avLst/>
          </a:prstGeom>
          <a:solidFill>
            <a:srgbClr val="0C3A20">
              <a:alpha val="0"/>
            </a:srgbClr>
          </a:solidFill>
          <a:ln w="15875">
            <a:solidFill>
              <a:srgbClr val="1B5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54312" y="-2834640"/>
            <a:ext cx="5669280" cy="5669280"/>
          </a:xfrm>
          <a:prstGeom prst="ellipse">
            <a:avLst/>
          </a:prstGeom>
          <a:solidFill>
            <a:srgbClr val="0C3A20">
              <a:alpha val="0"/>
            </a:srgbClr>
          </a:solidFill>
          <a:ln w="15875">
            <a:solidFill>
              <a:srgbClr val="1B5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31352" y="-3657600"/>
            <a:ext cx="7315200" cy="7315200"/>
          </a:xfrm>
          <a:prstGeom prst="ellipse">
            <a:avLst/>
          </a:prstGeom>
          <a:solidFill>
            <a:srgbClr val="0C3A20">
              <a:alpha val="0"/>
            </a:srgbClr>
          </a:solidFill>
          <a:ln w="15875">
            <a:solidFill>
              <a:srgbClr val="1B5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8392" y="-4480560"/>
            <a:ext cx="8961120" cy="8961120"/>
          </a:xfrm>
          <a:prstGeom prst="ellipse">
            <a:avLst/>
          </a:prstGeom>
          <a:solidFill>
            <a:srgbClr val="0C3A20">
              <a:alpha val="0"/>
            </a:srgbClr>
          </a:solidFill>
          <a:ln w="15875">
            <a:solidFill>
              <a:srgbClr val="1B5E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5989320"/>
            <a:ext cx="1280160" cy="85039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40574" cy="5669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828800"/>
            <a:ext cx="3749040" cy="3749040"/>
          </a:xfrm>
          <a:prstGeom prst="ellipse">
            <a:avLst/>
          </a:prstGeom>
          <a:solidFill>
            <a:srgbClr val="134D2B"/>
          </a:solidFill>
          <a:ln w="31750">
            <a:solidFill>
              <a:srgbClr val="A3E04B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325880"/>
            <a:ext cx="3017520" cy="35204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1600200"/>
            <a:ext cx="384048" cy="38404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498348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864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0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ÉTICA Y RSU  ·  INGENIERÍA INFORMÁTICA  ·  2026-2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502920" y="22402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5F3DC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Comunidad </a:t>
            </a:r>
            <a:pPr indent="0" marL="0">
              <a:buNone/>
            </a:pPr>
            <a:r>
              <a:rPr lang="en-US" sz="6600" dirty="0">
                <a:solidFill>
                  <a:srgbClr val="A3E04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INF</a:t>
            </a:r>
            <a:endParaRPr lang="en-US" sz="6600" dirty="0"/>
          </a:p>
        </p:txBody>
      </p:sp>
      <p:sp>
        <p:nvSpPr>
          <p:cNvPr id="14" name="Text 7"/>
          <p:cNvSpPr/>
          <p:nvPr/>
        </p:nvSpPr>
        <p:spPr>
          <a:xfrm>
            <a:off x="548640" y="3429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F3D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Juega, vota y súmate.</a:t>
            </a:r>
            <a:endParaRPr lang="en-US" sz="2800" dirty="0"/>
          </a:p>
        </p:txBody>
      </p:sp>
      <p:sp>
        <p:nvSpPr>
          <p:cNvPr id="15" name="Text 8"/>
          <p:cNvSpPr/>
          <p:nvPr/>
        </p:nvSpPr>
        <p:spPr>
          <a:xfrm>
            <a:off x="548640" y="404164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8D8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Vota qué actividades quieres, inscríbete aunque vengas solo y suma puntos por participar.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48640" y="5029200"/>
            <a:ext cx="3931920" cy="566928"/>
          </a:xfrm>
          <a:prstGeom prst="roundRect">
            <a:avLst>
              <a:gd name="adj" fmla="val 50000"/>
            </a:avLst>
          </a:prstGeom>
          <a:solidFill>
            <a:srgbClr val="A3E04B"/>
          </a:solidFill>
          <a:ln w="12700">
            <a:solidFill>
              <a:srgbClr val="A3E04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48640" y="5029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3A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comunidad-inf.vercel.app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4709160" y="50292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Horario 0882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-822960"/>
            <a:ext cx="3840480" cy="23774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0" y="6263640"/>
            <a:ext cx="1463040" cy="98755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57200"/>
            <a:ext cx="1484334" cy="457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7A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84124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32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¿Por qué no participamos?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548640" y="1965960"/>
            <a:ext cx="3514039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859536" y="2295144"/>
            <a:ext cx="822960" cy="822960"/>
          </a:xfrm>
          <a:prstGeom prst="ellipse">
            <a:avLst/>
          </a:prstGeom>
          <a:solidFill>
            <a:srgbClr val="E3F0D3"/>
          </a:solidFill>
          <a:ln w="12700">
            <a:solidFill>
              <a:srgbClr val="E3F0D3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505456"/>
            <a:ext cx="402336" cy="40233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965399" y="22951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B9CDB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859536" y="3319272"/>
            <a:ext cx="28922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Información dispersa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859536" y="3867912"/>
            <a:ext cx="28922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convocatorias llegan por distintos grupos y canales. Es fácil enterarse tarde.</a:t>
            </a:r>
            <a:endParaRPr lang="en-US" sz="1450" dirty="0"/>
          </a:p>
        </p:txBody>
      </p:sp>
      <p:sp>
        <p:nvSpPr>
          <p:cNvPr id="13" name="Shape 7"/>
          <p:cNvSpPr/>
          <p:nvPr/>
        </p:nvSpPr>
        <p:spPr>
          <a:xfrm>
            <a:off x="4336999" y="1965960"/>
            <a:ext cx="3514039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4647895" y="2295144"/>
            <a:ext cx="822960" cy="822960"/>
          </a:xfrm>
          <a:prstGeom prst="ellipse">
            <a:avLst/>
          </a:prstGeom>
          <a:solidFill>
            <a:srgbClr val="E3F0D3"/>
          </a:solidFill>
          <a:ln w="12700">
            <a:solidFill>
              <a:srgbClr val="E3F0D3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8207" y="2505456"/>
            <a:ext cx="402336" cy="4023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53758" y="22951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B9CDB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4647895" y="3319272"/>
            <a:ext cx="28922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Actividades a ciegas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4647895" y="3867912"/>
            <a:ext cx="28922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organizan sin preguntar qué quieren los estudiantes. Pasó con un ajedrez presencial al que no llegó nadie.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8125358" y="1965960"/>
            <a:ext cx="3514039" cy="3154680"/>
          </a:xfrm>
          <a:prstGeom prst="roundRect">
            <a:avLst>
              <a:gd name="adj" fmla="val 4058"/>
            </a:avLst>
          </a:prstGeom>
          <a:solidFill>
            <a:srgbClr val="0C3A20"/>
          </a:solidFill>
          <a:ln w="12700">
            <a:solidFill>
              <a:srgbClr val="0C3A20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8436254" y="2295144"/>
            <a:ext cx="822960" cy="822960"/>
          </a:xfrm>
          <a:prstGeom prst="ellipse">
            <a:avLst/>
          </a:prstGeom>
          <a:solidFill>
            <a:srgbClr val="A3E04B"/>
          </a:solidFill>
          <a:ln w="12700">
            <a:solidFill>
              <a:srgbClr val="A3E04B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6566" y="2505456"/>
            <a:ext cx="402336" cy="40233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542118" y="22951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A3E04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15"/>
          <p:cNvSpPr/>
          <p:nvPr/>
        </p:nvSpPr>
        <p:spPr>
          <a:xfrm>
            <a:off x="8436254" y="3319272"/>
            <a:ext cx="28922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3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grupo, no vas</a:t>
            </a:r>
            <a:endParaRPr lang="en-US" sz="2100" dirty="0"/>
          </a:p>
        </p:txBody>
      </p:sp>
      <p:sp>
        <p:nvSpPr>
          <p:cNvPr id="24" name="Text 16"/>
          <p:cNvSpPr/>
          <p:nvPr/>
        </p:nvSpPr>
        <p:spPr>
          <a:xfrm>
            <a:off x="8436254" y="3867912"/>
            <a:ext cx="28922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8D8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barrera más silenciosa: si no tienes con quién, no te inscribes.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548640" y="5440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solo logística: </a:t>
            </a:r>
            <a:pPr indent="0" marL="0">
              <a:buNone/>
            </a:pPr>
            <a:r>
              <a:rPr lang="en-US" sz="200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</a:t>
            </a:r>
            <a:pPr indent="0" marL="0">
              <a:buNone/>
            </a:pPr>
            <a:r>
              <a:rPr lang="en-US" sz="2000" b="1" dirty="0">
                <a:solidFill>
                  <a:srgbClr val="1D7A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pertenencia</a:t>
            </a:r>
            <a:pPr indent="0" marL="0">
              <a:buNone/>
            </a:pPr>
            <a:r>
              <a:rPr lang="en-US" sz="200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la comunidad de Informática.</a:t>
            </a:r>
            <a:endParaRPr lang="en-US" sz="2000" dirty="0"/>
          </a:p>
        </p:txBody>
      </p:sp>
      <p:sp>
        <p:nvSpPr>
          <p:cNvPr id="26" name="Text 18"/>
          <p:cNvSpPr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" y="5120640"/>
            <a:ext cx="4023360" cy="24688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57200"/>
            <a:ext cx="1484334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7A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84124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32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Comunidad INF en tres pasos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48640" y="16276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web pensada para el celular, para estudiantes de Informática.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48640" y="2468880"/>
            <a:ext cx="3362249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41248" y="2139696"/>
            <a:ext cx="658368" cy="658368"/>
          </a:xfrm>
          <a:prstGeom prst="ellipse">
            <a:avLst/>
          </a:prstGeom>
          <a:solidFill>
            <a:srgbClr val="1D7A3C"/>
          </a:solidFill>
          <a:ln w="50800">
            <a:solidFill>
              <a:srgbClr val="F6F8E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1248" y="21396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209" y="2761488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248" y="3035808"/>
            <a:ext cx="27770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Vota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841248" y="3657600"/>
            <a:ext cx="277703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Elige qué actividades quieres en la encuesta y mira los resultados al momento.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329" y="3447288"/>
            <a:ext cx="329184" cy="32918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413809" y="2468880"/>
            <a:ext cx="3362249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706417" y="2139696"/>
            <a:ext cx="658368" cy="658368"/>
          </a:xfrm>
          <a:prstGeom prst="ellipse">
            <a:avLst/>
          </a:prstGeom>
          <a:solidFill>
            <a:srgbClr val="1D7A3C"/>
          </a:solidFill>
          <a:ln w="50800">
            <a:solidFill>
              <a:srgbClr val="F6F8EF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706417" y="21396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378" y="2761488"/>
            <a:ext cx="502920" cy="5029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06417" y="3035808"/>
            <a:ext cx="27770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Inscríbete</a:t>
            </a:r>
            <a:endParaRPr lang="en-US" sz="2400" dirty="0"/>
          </a:p>
        </p:txBody>
      </p:sp>
      <p:sp>
        <p:nvSpPr>
          <p:cNvPr id="19" name="Text 12"/>
          <p:cNvSpPr/>
          <p:nvPr/>
        </p:nvSpPr>
        <p:spPr>
          <a:xfrm>
            <a:off x="4706417" y="3657600"/>
            <a:ext cx="277703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Solo, creando un equipo con código, o en la bolsa si no tienes grupo.</a:t>
            </a:r>
            <a:endParaRPr lang="en-US" sz="1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498" y="3447288"/>
            <a:ext cx="329184" cy="32918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8278978" y="2468880"/>
            <a:ext cx="3362249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8571586" y="2139696"/>
            <a:ext cx="658368" cy="658368"/>
          </a:xfrm>
          <a:prstGeom prst="ellipse">
            <a:avLst/>
          </a:prstGeom>
          <a:solidFill>
            <a:srgbClr val="1D7A3C"/>
          </a:solidFill>
          <a:ln w="50800">
            <a:solidFill>
              <a:srgbClr val="F6F8E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8571586" y="21396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2546" y="2761488"/>
            <a:ext cx="502920" cy="5029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571586" y="3035808"/>
            <a:ext cx="27770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 puntos</a:t>
            </a:r>
            <a:endParaRPr lang="en-US" sz="2400" dirty="0"/>
          </a:p>
        </p:txBody>
      </p:sp>
      <p:sp>
        <p:nvSpPr>
          <p:cNvPr id="26" name="Text 17"/>
          <p:cNvSpPr/>
          <p:nvPr/>
        </p:nvSpPr>
        <p:spPr>
          <a:xfrm>
            <a:off x="8571586" y="3657600"/>
            <a:ext cx="277703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Asistir te da puntos y el podio suma más. Todo en un ranking de temporada.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3108960" y="5257800"/>
            <a:ext cx="8531352" cy="868680"/>
          </a:xfrm>
          <a:prstGeom prst="roundRect">
            <a:avLst>
              <a:gd name="adj" fmla="val 14737"/>
            </a:avLst>
          </a:prstGeom>
          <a:solidFill>
            <a:srgbClr val="0C3A20"/>
          </a:solidFill>
          <a:ln w="12700">
            <a:solidFill>
              <a:srgbClr val="0C3A20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3310128" y="5394960"/>
            <a:ext cx="594360" cy="594360"/>
          </a:xfrm>
          <a:prstGeom prst="ellipse">
            <a:avLst/>
          </a:prstGeom>
          <a:solidFill>
            <a:srgbClr val="134D2B"/>
          </a:solidFill>
          <a:ln w="12700">
            <a:solidFill>
              <a:srgbClr val="134D2B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1004" y="5545836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069080" y="52578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E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de organizadores: </a:t>
            </a:r>
            <a:pPr indent="0" marL="0">
              <a:buNone/>
            </a:pPr>
            <a:r>
              <a:rPr lang="en-US" sz="1600" dirty="0">
                <a:solidFill>
                  <a:srgbClr val="F5F3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actividades, encuestas, bolsa, asistencia, puestos y CSV.</a:t>
            </a:r>
            <a:endParaRPr lang="en-US" sz="16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846320"/>
            <a:ext cx="1417320" cy="164592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5394960"/>
            <a:ext cx="3657600" cy="2286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57200"/>
            <a:ext cx="1484334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7A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ÉTICA Y RESPONSABILIDAD SOCIAL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84124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3261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Diseñado con criterio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>
            <a:off x="548640" y="1874520"/>
            <a:ext cx="3840480" cy="3200400"/>
          </a:xfrm>
          <a:prstGeom prst="roundRect">
            <a:avLst>
              <a:gd name="adj" fmla="val 4571"/>
            </a:avLst>
          </a:prstGeom>
          <a:solidFill>
            <a:srgbClr val="0C3A20"/>
          </a:solidFill>
          <a:ln w="12700">
            <a:solidFill>
              <a:srgbClr val="0C3A20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057400"/>
            <a:ext cx="1143000" cy="7589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68680" y="2240280"/>
            <a:ext cx="868680" cy="868680"/>
          </a:xfrm>
          <a:prstGeom prst="ellipse">
            <a:avLst/>
          </a:prstGeom>
          <a:solidFill>
            <a:srgbClr val="134D2B"/>
          </a:solidFill>
          <a:ln w="12700">
            <a:solidFill>
              <a:srgbClr val="134D2B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2446020"/>
            <a:ext cx="457200" cy="4572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8680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E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Inclusión</a:t>
            </a:r>
            <a:endParaRPr lang="en-US" sz="2600" dirty="0"/>
          </a:p>
        </p:txBody>
      </p:sp>
      <p:sp>
        <p:nvSpPr>
          <p:cNvPr id="11" name="Text 5"/>
          <p:cNvSpPr/>
          <p:nvPr/>
        </p:nvSpPr>
        <p:spPr>
          <a:xfrm>
            <a:off x="868680" y="38404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3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bolsa de equipos: participar no depende de tu círculo de amigos. Y quien asiste siempre suma, gane o no.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4663440" y="1874520"/>
            <a:ext cx="6976872" cy="94488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sp>
        <p:nvSpPr>
          <p:cNvPr id="13" name="Shape 7"/>
          <p:cNvSpPr/>
          <p:nvPr/>
        </p:nvSpPr>
        <p:spPr>
          <a:xfrm>
            <a:off x="4901184" y="2063496"/>
            <a:ext cx="566928" cy="566928"/>
          </a:xfrm>
          <a:prstGeom prst="ellipse">
            <a:avLst/>
          </a:prstGeom>
          <a:solidFill>
            <a:srgbClr val="E3F0D3"/>
          </a:solidFill>
          <a:ln w="12700">
            <a:solidFill>
              <a:srgbClr val="E3F0D3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220980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669280" y="20299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Privacidad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5669280" y="237744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tu alias es público. Sin correo, género ni datos sensibles.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4663440" y="3002280"/>
            <a:ext cx="6976872" cy="94488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901184" y="3191256"/>
            <a:ext cx="566928" cy="566928"/>
          </a:xfrm>
          <a:prstGeom prst="ellipse">
            <a:avLst/>
          </a:prstGeom>
          <a:solidFill>
            <a:srgbClr val="E3F0D3"/>
          </a:solidFill>
          <a:ln w="12700">
            <a:solidFill>
              <a:srgbClr val="E3F0D3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33756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669280" y="31577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Consentimiento y control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5669280" y="35052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Aceptas al registrarte y borras tus datos con un botón.</a:t>
            </a:r>
            <a:endParaRPr lang="en-US" sz="1450" dirty="0"/>
          </a:p>
        </p:txBody>
      </p:sp>
      <p:sp>
        <p:nvSpPr>
          <p:cNvPr id="22" name="Shape 14"/>
          <p:cNvSpPr/>
          <p:nvPr/>
        </p:nvSpPr>
        <p:spPr>
          <a:xfrm>
            <a:off x="4663440" y="4130040"/>
            <a:ext cx="6976872" cy="94488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4901184" y="4319016"/>
            <a:ext cx="566928" cy="566928"/>
          </a:xfrm>
          <a:prstGeom prst="ellipse">
            <a:avLst/>
          </a:prstGeom>
          <a:solidFill>
            <a:srgbClr val="E3F0D3"/>
          </a:solidFill>
          <a:ln w="12700">
            <a:solidFill>
              <a:srgbClr val="E3F0D3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446532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669280" y="42854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en la base de datos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5669280" y="463296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Cupos, equipos y votos se validan en el servidor, no en el navegador.</a:t>
            </a:r>
            <a:endParaRPr lang="en-US" sz="1450" dirty="0"/>
          </a:p>
        </p:txBody>
      </p:sp>
      <p:sp>
        <p:nvSpPr>
          <p:cNvPr id="27" name="Shape 18"/>
          <p:cNvSpPr/>
          <p:nvPr/>
        </p:nvSpPr>
        <p:spPr>
          <a:xfrm>
            <a:off x="548640" y="5440680"/>
            <a:ext cx="73152" cy="777240"/>
          </a:xfrm>
          <a:prstGeom prst="rect">
            <a:avLst/>
          </a:prstGeom>
          <a:solidFill>
            <a:srgbClr val="F4A51C"/>
          </a:solidFill>
          <a:ln w="12700">
            <a:solidFill>
              <a:srgbClr val="F4A51C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777240" y="54406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32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Límites honestos. </a:t>
            </a:r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 probarlo en actividades reales. Mediremos cuántas personas que llegan solas terminan en un equipo.</a:t>
            </a:r>
            <a:endParaRPr lang="en-US" sz="1550" dirty="0"/>
          </a:p>
        </p:txBody>
      </p:sp>
      <p:sp>
        <p:nvSpPr>
          <p:cNvPr id="29" name="Text 20"/>
          <p:cNvSpPr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3112" y="5852160"/>
            <a:ext cx="2011680" cy="2011680"/>
          </a:xfrm>
          <a:prstGeom prst="ellipse">
            <a:avLst/>
          </a:prstGeom>
          <a:solidFill>
            <a:srgbClr val="0C3A20">
              <a:alpha val="0"/>
            </a:srgbClr>
          </a:solidFill>
          <a:ln w="15875">
            <a:solidFill>
              <a:srgbClr val="1B5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43032" y="5212080"/>
            <a:ext cx="3291840" cy="3291840"/>
          </a:xfrm>
          <a:prstGeom prst="ellipse">
            <a:avLst/>
          </a:prstGeom>
          <a:solidFill>
            <a:srgbClr val="0C3A20">
              <a:alpha val="0"/>
            </a:srgbClr>
          </a:solidFill>
          <a:ln w="15875">
            <a:solidFill>
              <a:srgbClr val="1B5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2952" y="4572000"/>
            <a:ext cx="4572000" cy="4572000"/>
          </a:xfrm>
          <a:prstGeom prst="ellipse">
            <a:avLst/>
          </a:prstGeom>
          <a:solidFill>
            <a:srgbClr val="0C3A20">
              <a:alpha val="0"/>
            </a:srgbClr>
          </a:solidFill>
          <a:ln w="15875">
            <a:solidFill>
              <a:srgbClr val="1B5E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0927080" y="0"/>
            <a:ext cx="1280160" cy="85039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40574" cy="566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1508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5F3DC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8" name="Text 4"/>
          <p:cNvSpPr/>
          <p:nvPr/>
        </p:nvSpPr>
        <p:spPr>
          <a:xfrm>
            <a:off x="548640" y="25603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D8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Vota, inscríbete aunque vengas solo y </a:t>
            </a:r>
            <a:pPr indent="0" marL="0">
              <a:buNone/>
            </a:pPr>
            <a:r>
              <a:rPr lang="en-US" sz="2000" b="1" dirty="0">
                <a:solidFill>
                  <a:srgbClr val="A3E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súmate.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E0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EQUIPO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3794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3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Mayerli López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48640" y="4233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3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Alvaro Ferro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48640" y="46725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3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Bianca Pulido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57600" y="37947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3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Carlos Monge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657600" y="4233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3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Sebastián O'Brien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Ética y Responsabilidad Social Universitaria · Ingeniería Informática · Horario 0882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01000" y="1417320"/>
            <a:ext cx="3611880" cy="43434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03200" dist="50800" dir="5400000">
              <a:srgbClr val="0C3A2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83080"/>
            <a:ext cx="2788920" cy="2788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01000" y="4709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3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Pruébala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001000" y="5029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3A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comunidad-inf.vercel.app</a:t>
            </a:r>
            <a:endParaRPr lang="en-US" sz="1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206240"/>
            <a:ext cx="1600200" cy="18745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881360" y="6327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5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Comunidad INF · Pitch</dc:title>
  <dc:subject>PptxGenJS Presentation</dc:subject>
  <dc:creator>PptxGenJS</dc:creator>
  <cp:lastModifiedBy>PptxGenJS</cp:lastModifiedBy>
  <cp:revision>1</cp:revision>
  <dcterms:created xsi:type="dcterms:W3CDTF">2026-10-30T03:30:54Z</dcterms:created>
  <dcterms:modified xsi:type="dcterms:W3CDTF">2026-10-30T03:30:54Z</dcterms:modified>
</cp:coreProperties>
</file>